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76745E-AC6E-486F-8F4E-A9EACFD1CE79}" v="18" dt="2026-05-22T06:08:07.24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5" d="100"/>
          <a:sy n="75" d="100"/>
        </p:scale>
        <p:origin x="12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ika Goli" userId="5ad6b82fcb9a2869" providerId="LiveId" clId="{E9C5BDD5-2133-4C19-81F8-94EE29D6310D}"/>
    <pc:docChg chg="undo custSel modSld">
      <pc:chgData name="Malika Goli" userId="5ad6b82fcb9a2869" providerId="LiveId" clId="{E9C5BDD5-2133-4C19-81F8-94EE29D6310D}" dt="2026-05-22T06:08:07.242" v="177"/>
      <pc:docMkLst>
        <pc:docMk/>
      </pc:docMkLst>
      <pc:sldChg chg="addSp delSp modSp mod">
        <pc:chgData name="Malika Goli" userId="5ad6b82fcb9a2869" providerId="LiveId" clId="{E9C5BDD5-2133-4C19-81F8-94EE29D6310D}" dt="2026-05-22T05:21:58.740" v="58"/>
        <pc:sldMkLst>
          <pc:docMk/>
          <pc:sldMk cId="0" sldId="257"/>
        </pc:sldMkLst>
        <pc:spChg chg="mod">
          <ac:chgData name="Malika Goli" userId="5ad6b82fcb9a2869" providerId="LiveId" clId="{E9C5BDD5-2133-4C19-81F8-94EE29D6310D}" dt="2026-05-22T05:21:58.740" v="58"/>
          <ac:spMkLst>
            <pc:docMk/>
            <pc:sldMk cId="0" sldId="257"/>
            <ac:spMk id="4" creationId="{A828B9EF-C084-F5D4-CA27-75AF7D995640}"/>
          </ac:spMkLst>
        </pc:spChg>
        <pc:spChg chg="mod">
          <ac:chgData name="Malika Goli" userId="5ad6b82fcb9a2869" providerId="LiveId" clId="{E9C5BDD5-2133-4C19-81F8-94EE29D6310D}" dt="2026-05-22T05:21:40.281" v="55"/>
          <ac:spMkLst>
            <pc:docMk/>
            <pc:sldMk cId="0" sldId="257"/>
            <ac:spMk id="7" creationId="{3D723CA3-EC2D-165A-F109-3759C4E9C8A4}"/>
          </ac:spMkLst>
        </pc:spChg>
        <pc:graphicFrameChg chg="modGraphic">
          <ac:chgData name="Malika Goli" userId="5ad6b82fcb9a2869" providerId="LiveId" clId="{E9C5BDD5-2133-4C19-81F8-94EE29D6310D}" dt="2026-05-22T05:19:09.802" v="49" actId="122"/>
          <ac:graphicFrameMkLst>
            <pc:docMk/>
            <pc:sldMk cId="0" sldId="257"/>
            <ac:graphicFrameMk id="96" creationId="{00000000-0000-0000-0000-000000000000}"/>
          </ac:graphicFrameMkLst>
        </pc:graphicFrameChg>
        <pc:picChg chg="add mod">
          <ac:chgData name="Malika Goli" userId="5ad6b82fcb9a2869" providerId="LiveId" clId="{E9C5BDD5-2133-4C19-81F8-94EE29D6310D}" dt="2026-05-22T05:21:12.512" v="53" actId="14100"/>
          <ac:picMkLst>
            <pc:docMk/>
            <pc:sldMk cId="0" sldId="257"/>
            <ac:picMk id="3" creationId="{86002BA2-D942-EBEA-401B-84757D17AC3B}"/>
          </ac:picMkLst>
        </pc:picChg>
        <pc:picChg chg="del">
          <ac:chgData name="Malika Goli" userId="5ad6b82fcb9a2869" providerId="LiveId" clId="{E9C5BDD5-2133-4C19-81F8-94EE29D6310D}" dt="2026-05-22T05:18:30.283" v="0" actId="21"/>
          <ac:picMkLst>
            <pc:docMk/>
            <pc:sldMk cId="0" sldId="257"/>
            <ac:picMk id="98" creationId="{00000000-0000-0000-0000-000000000000}"/>
          </ac:picMkLst>
        </pc:picChg>
      </pc:sldChg>
      <pc:sldChg chg="addSp delSp modSp mod">
        <pc:chgData name="Malika Goli" userId="5ad6b82fcb9a2869" providerId="LiveId" clId="{E9C5BDD5-2133-4C19-81F8-94EE29D6310D}" dt="2026-05-22T05:41:20.349" v="167" actId="1076"/>
        <pc:sldMkLst>
          <pc:docMk/>
          <pc:sldMk cId="0" sldId="262"/>
        </pc:sldMkLst>
        <pc:spChg chg="add del mod">
          <ac:chgData name="Malika Goli" userId="5ad6b82fcb9a2869" providerId="LiveId" clId="{E9C5BDD5-2133-4C19-81F8-94EE29D6310D}" dt="2026-05-22T05:36:49.492" v="154" actId="22"/>
          <ac:spMkLst>
            <pc:docMk/>
            <pc:sldMk cId="0" sldId="262"/>
            <ac:spMk id="5" creationId="{31139B4B-A7F8-3463-A59B-9BFE2D750F45}"/>
          </ac:spMkLst>
        </pc:spChg>
        <pc:spChg chg="add del mod">
          <ac:chgData name="Malika Goli" userId="5ad6b82fcb9a2869" providerId="LiveId" clId="{E9C5BDD5-2133-4C19-81F8-94EE29D6310D}" dt="2026-05-22T05:39:23.022" v="161" actId="22"/>
          <ac:spMkLst>
            <pc:docMk/>
            <pc:sldMk cId="0" sldId="262"/>
            <ac:spMk id="7" creationId="{4C2E480D-AB59-7FB4-CCC2-1B1D7791F6FF}"/>
          </ac:spMkLst>
        </pc:spChg>
        <pc:spChg chg="add del">
          <ac:chgData name="Malika Goli" userId="5ad6b82fcb9a2869" providerId="LiveId" clId="{E9C5BDD5-2133-4C19-81F8-94EE29D6310D}" dt="2026-05-22T05:41:15.444" v="164" actId="22"/>
          <ac:spMkLst>
            <pc:docMk/>
            <pc:sldMk cId="0" sldId="262"/>
            <ac:spMk id="9" creationId="{DB1E31A0-3942-033E-8917-DC78AA680A75}"/>
          </ac:spMkLst>
        </pc:spChg>
        <pc:picChg chg="add del mod">
          <ac:chgData name="Malika Goli" userId="5ad6b82fcb9a2869" providerId="LiveId" clId="{E9C5BDD5-2133-4C19-81F8-94EE29D6310D}" dt="2026-05-22T05:39:05.546" v="155" actId="21"/>
          <ac:picMkLst>
            <pc:docMk/>
            <pc:sldMk cId="0" sldId="262"/>
            <ac:picMk id="3" creationId="{00000000-0000-0000-0000-000000000000}"/>
          </ac:picMkLst>
        </pc:picChg>
        <pc:picChg chg="add mod">
          <ac:chgData name="Malika Goli" userId="5ad6b82fcb9a2869" providerId="LiveId" clId="{E9C5BDD5-2133-4C19-81F8-94EE29D6310D}" dt="2026-05-22T05:41:20.349" v="167" actId="1076"/>
          <ac:picMkLst>
            <pc:docMk/>
            <pc:sldMk cId="0" sldId="262"/>
            <ac:picMk id="11" creationId="{3E3B6AFF-B6CA-684E-89AB-1F240295E9EE}"/>
          </ac:picMkLst>
        </pc:picChg>
        <pc:picChg chg="del">
          <ac:chgData name="Malika Goli" userId="5ad6b82fcb9a2869" providerId="LiveId" clId="{E9C5BDD5-2133-4C19-81F8-94EE29D6310D}" dt="2026-05-22T05:35:42.285" v="142" actId="21"/>
          <ac:picMkLst>
            <pc:docMk/>
            <pc:sldMk cId="0" sldId="262"/>
            <ac:picMk id="178" creationId="{00000000-0000-0000-0000-000000000000}"/>
          </ac:picMkLst>
        </pc:picChg>
      </pc:sldChg>
      <pc:sldChg chg="modSp mod">
        <pc:chgData name="Malika Goli" userId="5ad6b82fcb9a2869" providerId="LiveId" clId="{E9C5BDD5-2133-4C19-81F8-94EE29D6310D}" dt="2026-05-22T05:26:14.109" v="127" actId="20577"/>
        <pc:sldMkLst>
          <pc:docMk/>
          <pc:sldMk cId="0" sldId="264"/>
        </pc:sldMkLst>
        <pc:spChg chg="mod">
          <ac:chgData name="Malika Goli" userId="5ad6b82fcb9a2869" providerId="LiveId" clId="{E9C5BDD5-2133-4C19-81F8-94EE29D6310D}" dt="2026-05-22T05:26:14.109" v="127" actId="20577"/>
          <ac:spMkLst>
            <pc:docMk/>
            <pc:sldMk cId="0" sldId="264"/>
            <ac:spMk id="3" creationId="{322462E8-EB3A-DA7D-44CB-4E757803A755}"/>
          </ac:spMkLst>
        </pc:spChg>
      </pc:sldChg>
      <pc:sldChg chg="modSp">
        <pc:chgData name="Malika Goli" userId="5ad6b82fcb9a2869" providerId="LiveId" clId="{E9C5BDD5-2133-4C19-81F8-94EE29D6310D}" dt="2026-05-22T06:08:07.242" v="177"/>
        <pc:sldMkLst>
          <pc:docMk/>
          <pc:sldMk cId="2115484872" sldId="277"/>
        </pc:sldMkLst>
        <pc:spChg chg="mod">
          <ac:chgData name="Malika Goli" userId="5ad6b82fcb9a2869" providerId="LiveId" clId="{E9C5BDD5-2133-4C19-81F8-94EE29D6310D}" dt="2026-05-22T06:08:07.242" v="177"/>
          <ac:spMkLst>
            <pc:docMk/>
            <pc:sldMk cId="2115484872" sldId="277"/>
            <ac:spMk id="279" creationId="{15507A2F-9304-7475-5C74-2BAA93879CFE}"/>
          </ac:spMkLst>
        </pc:spChg>
      </pc:sldChg>
      <pc:sldChg chg="modSp mod">
        <pc:chgData name="Malika Goli" userId="5ad6b82fcb9a2869" providerId="LiveId" clId="{E9C5BDD5-2133-4C19-81F8-94EE29D6310D}" dt="2026-05-22T05:33:51.931" v="141"/>
        <pc:sldMkLst>
          <pc:docMk/>
          <pc:sldMk cId="3764405840" sldId="278"/>
        </pc:sldMkLst>
        <pc:spChg chg="mod">
          <ac:chgData name="Malika Goli" userId="5ad6b82fcb9a2869" providerId="LiveId" clId="{E9C5BDD5-2133-4C19-81F8-94EE29D6310D}" dt="2026-05-22T05:32:40.010" v="137" actId="1076"/>
          <ac:spMkLst>
            <pc:docMk/>
            <pc:sldMk cId="3764405840" sldId="278"/>
            <ac:spMk id="2" creationId="{151FBD4A-3273-E454-091D-D5B0678FC299}"/>
          </ac:spMkLst>
        </pc:spChg>
        <pc:spChg chg="mod">
          <ac:chgData name="Malika Goli" userId="5ad6b82fcb9a2869" providerId="LiveId" clId="{E9C5BDD5-2133-4C19-81F8-94EE29D6310D}" dt="2026-05-22T05:33:51.931" v="141"/>
          <ac:spMkLst>
            <pc:docMk/>
            <pc:sldMk cId="3764405840" sldId="278"/>
            <ac:spMk id="3" creationId="{4A7608B5-9906-EFCF-959A-E89FC2E3EE19}"/>
          </ac:spMkLst>
        </pc:spChg>
      </pc:sldChg>
      <pc:sldChg chg="addSp delSp modSp mod">
        <pc:chgData name="Malika Goli" userId="5ad6b82fcb9a2869" providerId="LiveId" clId="{E9C5BDD5-2133-4C19-81F8-94EE29D6310D}" dt="2026-05-22T05:43:53.863" v="175" actId="14100"/>
        <pc:sldMkLst>
          <pc:docMk/>
          <pc:sldMk cId="2772501912" sldId="279"/>
        </pc:sldMkLst>
        <pc:picChg chg="del">
          <ac:chgData name="Malika Goli" userId="5ad6b82fcb9a2869" providerId="LiveId" clId="{E9C5BDD5-2133-4C19-81F8-94EE29D6310D}" dt="2026-05-22T05:43:38.472" v="171" actId="21"/>
          <ac:picMkLst>
            <pc:docMk/>
            <pc:sldMk cId="2772501912" sldId="279"/>
            <ac:picMk id="3" creationId="{11BF3590-52D3-DC9D-2C84-E66D9597D77D}"/>
          </ac:picMkLst>
        </pc:picChg>
        <pc:picChg chg="add mod">
          <ac:chgData name="Malika Goli" userId="5ad6b82fcb9a2869" providerId="LiveId" clId="{E9C5BDD5-2133-4C19-81F8-94EE29D6310D}" dt="2026-05-22T05:43:53.863" v="175" actId="14100"/>
          <ac:picMkLst>
            <pc:docMk/>
            <pc:sldMk cId="2772501912" sldId="279"/>
            <ac:picMk id="5" creationId="{DE15B6E3-3ABB-F39E-C2F1-2B7E06653530}"/>
          </ac:picMkLst>
        </pc:picChg>
      </pc:sldChg>
      <pc:sldChg chg="modSp">
        <pc:chgData name="Malika Goli" userId="5ad6b82fcb9a2869" providerId="LiveId" clId="{E9C5BDD5-2133-4C19-81F8-94EE29D6310D}" dt="2026-05-22T05:27:13.038" v="129"/>
        <pc:sldMkLst>
          <pc:docMk/>
          <pc:sldMk cId="2136706720" sldId="280"/>
        </pc:sldMkLst>
        <pc:spChg chg="mod">
          <ac:chgData name="Malika Goli" userId="5ad6b82fcb9a2869" providerId="LiveId" clId="{E9C5BDD5-2133-4C19-81F8-94EE29D6310D}" dt="2026-05-22T05:27:13.038" v="129"/>
          <ac:spMkLst>
            <pc:docMk/>
            <pc:sldMk cId="2136706720" sldId="280"/>
            <ac:spMk id="279" creationId="{EAFA16CB-0A72-5AC5-69A0-ABF4A752B43F}"/>
          </ac:spMkLst>
        </pc:spChg>
      </pc:sldChg>
      <pc:sldChg chg="modSp">
        <pc:chgData name="Malika Goli" userId="5ad6b82fcb9a2869" providerId="LiveId" clId="{E9C5BDD5-2133-4C19-81F8-94EE29D6310D}" dt="2026-05-22T05:25:31.696" v="88"/>
        <pc:sldMkLst>
          <pc:docMk/>
          <pc:sldMk cId="328526394" sldId="281"/>
        </pc:sldMkLst>
        <pc:spChg chg="mod">
          <ac:chgData name="Malika Goli" userId="5ad6b82fcb9a2869" providerId="LiveId" clId="{E9C5BDD5-2133-4C19-81F8-94EE29D6310D}" dt="2026-05-22T05:25:31.696" v="88"/>
          <ac:spMkLst>
            <pc:docMk/>
            <pc:sldMk cId="328526394" sldId="281"/>
            <ac:spMk id="2" creationId="{9BB86949-7ED1-C43B-B1E3-5122BB67A596}"/>
          </ac:spMkLst>
        </pc:spChg>
      </pc:sldChg>
      <pc:sldChg chg="modSp mod">
        <pc:chgData name="Malika Goli" userId="5ad6b82fcb9a2869" providerId="LiveId" clId="{E9C5BDD5-2133-4C19-81F8-94EE29D6310D}" dt="2026-05-22T05:23:13.664" v="65" actId="20577"/>
        <pc:sldMkLst>
          <pc:docMk/>
          <pc:sldMk cId="2952584201" sldId="282"/>
        </pc:sldMkLst>
        <pc:spChg chg="mod">
          <ac:chgData name="Malika Goli" userId="5ad6b82fcb9a2869" providerId="LiveId" clId="{E9C5BDD5-2133-4C19-81F8-94EE29D6310D}" dt="2026-05-22T05:23:13.664" v="65" actId="20577"/>
          <ac:spMkLst>
            <pc:docMk/>
            <pc:sldMk cId="2952584201" sldId="282"/>
            <ac:spMk id="2" creationId="{C6F6745E-14BA-0766-CE1E-32E29663832D}"/>
          </ac:spMkLst>
        </pc:spChg>
      </pc:sldChg>
      <pc:sldChg chg="modSp mod">
        <pc:chgData name="Malika Goli" userId="5ad6b82fcb9a2869" providerId="LiveId" clId="{E9C5BDD5-2133-4C19-81F8-94EE29D6310D}" dt="2026-05-22T05:25:12.873" v="87" actId="20577"/>
        <pc:sldMkLst>
          <pc:docMk/>
          <pc:sldMk cId="4218467252" sldId="284"/>
        </pc:sldMkLst>
        <pc:spChg chg="mod">
          <ac:chgData name="Malika Goli" userId="5ad6b82fcb9a2869" providerId="LiveId" clId="{E9C5BDD5-2133-4C19-81F8-94EE29D6310D}" dt="2026-05-22T05:25:12.873" v="87" actId="20577"/>
          <ac:spMkLst>
            <pc:docMk/>
            <pc:sldMk cId="4218467252" sldId="284"/>
            <ac:spMk id="2" creationId="{07CFCB91-EF22-EB8C-5B0D-4D46021F0245}"/>
          </ac:spMkLst>
        </pc:spChg>
      </pc:sldChg>
      <pc:sldChg chg="modSp">
        <pc:chgData name="Malika Goli" userId="5ad6b82fcb9a2869" providerId="LiveId" clId="{E9C5BDD5-2133-4C19-81F8-94EE29D6310D}" dt="2026-05-22T05:23:50.200" v="66"/>
        <pc:sldMkLst>
          <pc:docMk/>
          <pc:sldMk cId="2290294991" sldId="285"/>
        </pc:sldMkLst>
        <pc:spChg chg="mod">
          <ac:chgData name="Malika Goli" userId="5ad6b82fcb9a2869" providerId="LiveId" clId="{E9C5BDD5-2133-4C19-81F8-94EE29D6310D}" dt="2026-05-22T05:23:50.200" v="66"/>
          <ac:spMkLst>
            <pc:docMk/>
            <pc:sldMk cId="2290294991" sldId="285"/>
            <ac:spMk id="2" creationId="{4A1BF701-ABCA-4DF0-8330-B6AF71EF8E39}"/>
          </ac:spMkLst>
        </pc:spChg>
      </pc:sldChg>
      <pc:sldChg chg="modSp mod">
        <pc:chgData name="Malika Goli" userId="5ad6b82fcb9a2869" providerId="LiveId" clId="{E9C5BDD5-2133-4C19-81F8-94EE29D6310D}" dt="2026-05-22T05:31:14.068" v="136" actId="20577"/>
        <pc:sldMkLst>
          <pc:docMk/>
          <pc:sldMk cId="917964102" sldId="286"/>
        </pc:sldMkLst>
        <pc:spChg chg="mod">
          <ac:chgData name="Malika Goli" userId="5ad6b82fcb9a2869" providerId="LiveId" clId="{E9C5BDD5-2133-4C19-81F8-94EE29D6310D}" dt="2026-05-22T05:31:14.068" v="136" actId="20577"/>
          <ac:spMkLst>
            <pc:docMk/>
            <pc:sldMk cId="917964102" sldId="286"/>
            <ac:spMk id="3" creationId="{ED65F54F-855A-0DB6-09A6-3212C5F740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5965939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Goli Malika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golimalika2255@gmail.com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9154548204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Education / Career Guidance</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AI Interview Trainer Agent</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86002BA2-D942-EBEA-401B-84757D17AC3B}"/>
              </a:ext>
            </a:extLst>
          </p:cNvPr>
          <p:cNvPicPr>
            <a:picLocks noChangeAspect="1"/>
          </p:cNvPicPr>
          <p:nvPr/>
        </p:nvPicPr>
        <p:blipFill>
          <a:blip r:embed="rId3"/>
          <a:stretch>
            <a:fillRect/>
          </a:stretch>
        </p:blipFill>
        <p:spPr>
          <a:xfrm>
            <a:off x="4017019" y="3607358"/>
            <a:ext cx="919233" cy="11135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a:t>
            </a:r>
            <a:r>
              <a:rPr lang="en-IN" dirty="0"/>
              <a:t>AI Interview Trainer Agent</a:t>
            </a:r>
          </a:p>
          <a:p>
            <a:pPr fontAlgn="base"/>
            <a:endParaRPr lang="en-US" b="1" dirty="0"/>
          </a:p>
          <a:p>
            <a:pPr fontAlgn="base"/>
            <a:r>
              <a:rPr lang="en-US" b="1" dirty="0"/>
              <a:t>The Challenge</a:t>
            </a:r>
            <a:r>
              <a:rPr lang="en-US" dirty="0"/>
              <a:t> </a:t>
            </a:r>
          </a:p>
          <a:p>
            <a:pPr fontAlgn="base"/>
            <a:r>
              <a:rPr lang="en-US" dirty="0"/>
              <a:t>Many students struggle during placements due to lack of interview preparation, confidence, and personalized guidance. Existing interview preparation platforms provide static content and generic questions, which fail to simulate real interview experiences.</a:t>
            </a:r>
          </a:p>
          <a:p>
            <a:pPr fontAlgn="base"/>
            <a:endParaRPr lang="en-US" dirty="0"/>
          </a:p>
          <a:p>
            <a:pPr fontAlgn="base"/>
            <a:r>
              <a:rPr lang="en-US" dirty="0"/>
              <a:t>Students often do not receive proper feedback on their answers, communication skills, or technical understanding. This creates fear, poor performance, and low placement success rates.</a:t>
            </a:r>
          </a:p>
          <a:p>
            <a:pPr fontAlgn="base"/>
            <a:endParaRPr lang="en-US" dirty="0"/>
          </a:p>
          <a:p>
            <a:pPr fontAlgn="base"/>
            <a:r>
              <a:rPr lang="en-US" dirty="0"/>
              <a:t>There is a need for an AI-powered intelligent interview preparation system that can generate personalized interview questions, evaluate answers, provide feedback, and help students improve continuously.</a:t>
            </a:r>
          </a:p>
          <a:p>
            <a:pPr fontAlgn="base"/>
            <a:endParaRPr lang="en-US" dirty="0"/>
          </a:p>
          <a:p>
            <a:pPr fontAlgn="base"/>
            <a:r>
              <a:rPr lang="en-US" b="1" dirty="0"/>
              <a:t>The Objective</a:t>
            </a:r>
            <a:r>
              <a:rPr lang="en-US" dirty="0"/>
              <a:t> </a:t>
            </a:r>
          </a:p>
          <a:p>
            <a:r>
              <a:rPr lang="en-US" dirty="0"/>
              <a:t>The objective of the AI Interview Trainer Agent is to build an intelligent virtual interview coach that helps students prepare for HR and technical interviews through personalized AI interaction.</a:t>
            </a:r>
          </a:p>
          <a:p>
            <a:endParaRPr lang="en-US" dirty="0"/>
          </a:p>
          <a:p>
            <a:r>
              <a:rPr lang="en-US" dirty="0"/>
              <a:t>The system should:</a:t>
            </a:r>
          </a:p>
          <a:p>
            <a:r>
              <a:rPr lang="en-US" dirty="0"/>
              <a:t>• Generate technical and HR interview questions</a:t>
            </a:r>
          </a:p>
          <a:p>
            <a:r>
              <a:rPr lang="en-US" dirty="0"/>
              <a:t>• Evaluate user answers intelligently</a:t>
            </a:r>
          </a:p>
          <a:p>
            <a:r>
              <a:rPr lang="en-US" dirty="0"/>
              <a:t>• Provide feedback and scoring</a:t>
            </a:r>
          </a:p>
          <a:p>
            <a:r>
              <a:rPr lang="en-US" dirty="0"/>
              <a:t>• Suggest improvements</a:t>
            </a:r>
          </a:p>
          <a:p>
            <a:r>
              <a:rPr lang="en-US" dirty="0"/>
              <a:t>• Simulate mock interviews</a:t>
            </a:r>
          </a:p>
          <a:p>
            <a:r>
              <a:rPr lang="en-US" dirty="0"/>
              <a:t>• Help students improve confidence and communication skills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57352" y="1165753"/>
            <a:ext cx="10607040" cy="2462213"/>
          </a:xfrm>
          <a:prstGeom prst="rect">
            <a:avLst/>
          </a:prstGeom>
          <a:noFill/>
        </p:spPr>
        <p:txBody>
          <a:bodyPr wrap="square" rtlCol="0">
            <a:spAutoFit/>
          </a:bodyPr>
          <a:lstStyle/>
          <a:p>
            <a:pPr fontAlgn="base"/>
            <a:endParaRPr lang="en-IN" b="1" dirty="0"/>
          </a:p>
          <a:p>
            <a:pPr fontAlgn="base"/>
            <a:r>
              <a:rPr lang="en-IN" b="1" dirty="0"/>
              <a:t>• </a:t>
            </a:r>
            <a:r>
              <a:rPr lang="en-IN" b="1" dirty="0" err="1"/>
              <a:t>LangFlow</a:t>
            </a:r>
            <a:r>
              <a:rPr lang="en-IN" b="1" dirty="0"/>
              <a:t> – Workflow orchestration</a:t>
            </a:r>
          </a:p>
          <a:p>
            <a:pPr fontAlgn="base"/>
            <a:r>
              <a:rPr lang="en-IN" b="1" dirty="0"/>
              <a:t>• IBM watsonx.ai – AI deployment</a:t>
            </a:r>
          </a:p>
          <a:p>
            <a:pPr fontAlgn="base"/>
            <a:r>
              <a:rPr lang="en-IN" b="1" dirty="0"/>
              <a:t>• IBM Granite Models – Question generation and evaluation</a:t>
            </a:r>
          </a:p>
          <a:p>
            <a:pPr fontAlgn="base"/>
            <a:r>
              <a:rPr lang="en-IN" b="1" dirty="0"/>
              <a:t>• Flask – Backend development</a:t>
            </a:r>
          </a:p>
          <a:p>
            <a:pPr fontAlgn="base"/>
            <a:r>
              <a:rPr lang="en-IN" b="1" dirty="0"/>
              <a:t>• HTML/CSS/JavaScript – Frontend UI</a:t>
            </a:r>
          </a:p>
          <a:p>
            <a:pPr fontAlgn="base"/>
            <a:r>
              <a:rPr lang="en-IN" b="1" dirty="0"/>
              <a:t>• SQLite – Database storage</a:t>
            </a:r>
          </a:p>
          <a:p>
            <a:pPr fontAlgn="base"/>
            <a:r>
              <a:rPr lang="en-IN" b="1" dirty="0"/>
              <a:t>• RAG – Retrieval-based intelligent responses</a:t>
            </a: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323987"/>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an AI-powered Interview Trainer Agent developed using Flask, </a:t>
            </a:r>
            <a:r>
              <a:rPr lang="en-US" dirty="0" err="1"/>
              <a:t>LangFlow</a:t>
            </a:r>
            <a:r>
              <a:rPr lang="en-US" dirty="0"/>
              <a:t>, IBM watsonx.ai, and IBM Granite Models.</a:t>
            </a:r>
          </a:p>
          <a:p>
            <a:endParaRPr lang="en-US" dirty="0"/>
          </a:p>
          <a:p>
            <a:r>
              <a:rPr lang="en-US" dirty="0"/>
              <a:t>The system acts as a virtual interviewer that generates role-based interview questions and evaluates user responses in real time.</a:t>
            </a:r>
          </a:p>
          <a:p>
            <a:endParaRPr lang="en-US" dirty="0"/>
          </a:p>
          <a:p>
            <a:r>
              <a:rPr lang="en-US" dirty="0"/>
              <a:t>The solution uses Agentic AI architecture where multiple AI agents collaborate to:</a:t>
            </a:r>
          </a:p>
          <a:p>
            <a:r>
              <a:rPr lang="en-US" dirty="0"/>
              <a:t>• Generate interview questions</a:t>
            </a:r>
          </a:p>
          <a:p>
            <a:r>
              <a:rPr lang="en-US" dirty="0"/>
              <a:t>• Analyze answers</a:t>
            </a:r>
          </a:p>
          <a:p>
            <a:r>
              <a:rPr lang="en-US" dirty="0"/>
              <a:t>• Provide feedback</a:t>
            </a:r>
          </a:p>
          <a:p>
            <a:r>
              <a:rPr lang="en-US" dirty="0"/>
              <a:t>• Suggest improvements</a:t>
            </a:r>
          </a:p>
          <a:p>
            <a:r>
              <a:rPr lang="en-US" dirty="0"/>
              <a:t>• Track interview performance</a:t>
            </a:r>
          </a:p>
          <a:p>
            <a:endParaRPr lang="en-US" dirty="0"/>
          </a:p>
          <a:p>
            <a:r>
              <a:rPr lang="en-US" dirty="0"/>
              <a:t>The platform supports both technical and HR interview preparation and helps students improve placement readiness.</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rtlCol="0">
            <a:spAutoFit/>
          </a:bodyPr>
          <a:lstStyle/>
          <a:p>
            <a:endParaRPr lang="en-US" dirty="0"/>
          </a:p>
          <a:p>
            <a:r>
              <a:rPr lang="en-US" b="1" dirty="0"/>
              <a:t>1. Chat Input</a:t>
            </a:r>
          </a:p>
          <a:p>
            <a:r>
              <a:rPr lang="en-US" b="1" dirty="0"/>
              <a:t>Receives user role and interview answers.</a:t>
            </a:r>
          </a:p>
          <a:p>
            <a:endParaRPr lang="en-US" b="1" dirty="0"/>
          </a:p>
          <a:p>
            <a:r>
              <a:rPr lang="en-US" b="1" dirty="0"/>
              <a:t>2. IBM </a:t>
            </a:r>
            <a:r>
              <a:rPr lang="en-US" b="1" dirty="0" err="1"/>
              <a:t>watsonx</a:t>
            </a:r>
            <a:r>
              <a:rPr lang="en-US" b="1" dirty="0"/>
              <a:t> AI Agent</a:t>
            </a:r>
          </a:p>
          <a:p>
            <a:r>
              <a:rPr lang="en-US" b="1" dirty="0"/>
              <a:t>Processes user responses using Granite models.</a:t>
            </a:r>
          </a:p>
          <a:p>
            <a:endParaRPr lang="en-US" b="1" dirty="0"/>
          </a:p>
          <a:p>
            <a:r>
              <a:rPr lang="en-US" b="1" dirty="0"/>
              <a:t>3. Granite Model</a:t>
            </a:r>
          </a:p>
          <a:p>
            <a:r>
              <a:rPr lang="en-US" b="1" dirty="0"/>
              <a:t>Granite-4.0-8B-Instruct</a:t>
            </a:r>
          </a:p>
          <a:p>
            <a:endParaRPr lang="en-US" b="1" dirty="0"/>
          </a:p>
          <a:p>
            <a:r>
              <a:rPr lang="en-US" b="1" dirty="0"/>
              <a:t>4. Chat Output</a:t>
            </a:r>
          </a:p>
          <a:p>
            <a:r>
              <a:rPr lang="en-US" b="1" dirty="0"/>
              <a:t>Displays questions, scores, and feedback.</a:t>
            </a:r>
          </a:p>
          <a:p>
            <a:endParaRPr lang="en-US" b="1" dirty="0"/>
          </a:p>
          <a:p>
            <a:r>
              <a:rPr lang="en-US" b="1" dirty="0"/>
              <a:t>5. File Component</a:t>
            </a:r>
          </a:p>
          <a:p>
            <a:r>
              <a:rPr lang="en-US" b="1" dirty="0"/>
              <a:t>Stores resumes and interview history.</a:t>
            </a:r>
          </a:p>
          <a:p>
            <a:endParaRPr lang="en-US" b="1" dirty="0"/>
          </a:p>
          <a:p>
            <a:r>
              <a:rPr lang="en-US" b="1" dirty="0"/>
              <a:t>6. Vector Database</a:t>
            </a:r>
          </a:p>
          <a:p>
            <a:r>
              <a:rPr lang="en-US" b="1" dirty="0"/>
              <a:t>Stores interview question embeddings for RAG retrieval.</a:t>
            </a:r>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DE15B6E3-3ABB-F39E-C2F1-2B7E06653530}"/>
              </a:ext>
            </a:extLst>
          </p:cNvPr>
          <p:cNvPicPr>
            <a:picLocks noChangeAspect="1"/>
          </p:cNvPicPr>
          <p:nvPr/>
        </p:nvPicPr>
        <p:blipFill>
          <a:blip r:embed="rId3"/>
          <a:stretch>
            <a:fillRect/>
          </a:stretch>
        </p:blipFill>
        <p:spPr>
          <a:xfrm>
            <a:off x="609600" y="929640"/>
            <a:ext cx="10911840" cy="541078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11" name="Picture 10">
            <a:extLst>
              <a:ext uri="{FF2B5EF4-FFF2-40B4-BE49-F238E27FC236}">
                <a16:creationId xmlns:a16="http://schemas.microsoft.com/office/drawing/2014/main" id="{3E3B6AFF-B6CA-684E-89AB-1F240295E9EE}"/>
              </a:ext>
            </a:extLst>
          </p:cNvPr>
          <p:cNvPicPr>
            <a:picLocks noChangeAspect="1"/>
          </p:cNvPicPr>
          <p:nvPr/>
        </p:nvPicPr>
        <p:blipFill>
          <a:blip r:embed="rId3"/>
          <a:stretch>
            <a:fillRect/>
          </a:stretch>
        </p:blipFill>
        <p:spPr>
          <a:xfrm>
            <a:off x="1084580" y="995680"/>
            <a:ext cx="10287000" cy="5455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AI Interview Trainer Agent</a:t>
            </a:r>
          </a:p>
          <a:p>
            <a:endParaRPr lang="en-US" b="1" dirty="0"/>
          </a:p>
          <a:p>
            <a:r>
              <a:rPr lang="en-US" b="1" dirty="0"/>
              <a:t>Agentic AI enables the system to function as an intelligent virtual interviewer rather than a basic chatbot.</a:t>
            </a:r>
          </a:p>
          <a:p>
            <a:endParaRPr lang="en-US" b="1" dirty="0"/>
          </a:p>
          <a:p>
            <a:r>
              <a:rPr lang="en-US" b="1" dirty="0"/>
              <a:t>Different AI agents collaborate to:</a:t>
            </a:r>
          </a:p>
          <a:p>
            <a:r>
              <a:rPr lang="en-US" b="1" dirty="0"/>
              <a:t>• Generate interview questions</a:t>
            </a:r>
          </a:p>
          <a:p>
            <a:r>
              <a:rPr lang="en-US" b="1" dirty="0"/>
              <a:t>• Evaluate answers</a:t>
            </a:r>
          </a:p>
          <a:p>
            <a:r>
              <a:rPr lang="en-US" b="1" dirty="0"/>
              <a:t>• Analyze communication quality</a:t>
            </a:r>
          </a:p>
          <a:p>
            <a:r>
              <a:rPr lang="en-US" b="1" dirty="0"/>
              <a:t>• Provide personalized feedback</a:t>
            </a:r>
          </a:p>
          <a:p>
            <a:r>
              <a:rPr lang="en-US" b="1" dirty="0"/>
              <a:t>• Suggest learning improvements</a:t>
            </a:r>
          </a:p>
          <a:p>
            <a:endParaRPr lang="en-US" b="1" dirty="0"/>
          </a:p>
          <a:p>
            <a:r>
              <a:rPr lang="en-US" b="1" dirty="0"/>
              <a:t>This multi-agent system creates a realistic and adaptive interview preparation experience for students.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5354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47536"/>
          </a:xfrm>
          <a:prstGeom prst="rect">
            <a:avLst/>
          </a:prstGeom>
          <a:noFill/>
        </p:spPr>
        <p:txBody>
          <a:bodyPr wrap="square" rtlCol="0">
            <a:spAutoFit/>
          </a:bodyPr>
          <a:lstStyle/>
          <a:p>
            <a:r>
              <a:rPr lang="en-IN" dirty="0"/>
              <a:t>1. </a:t>
            </a:r>
            <a:r>
              <a:rPr lang="en-IN" dirty="0" err="1"/>
              <a:t>LangFlow</a:t>
            </a:r>
            <a:endParaRPr lang="en-IN" dirty="0"/>
          </a:p>
          <a:p>
            <a:r>
              <a:rPr lang="en-IN" dirty="0"/>
              <a:t>Used for designing and orchestrating the multi-agent AI workflow visually.</a:t>
            </a:r>
          </a:p>
          <a:p>
            <a:endParaRPr lang="en-IN" dirty="0"/>
          </a:p>
          <a:p>
            <a:r>
              <a:rPr lang="en-IN" dirty="0"/>
              <a:t>2. IBM watsonx.ai</a:t>
            </a:r>
          </a:p>
          <a:p>
            <a:r>
              <a:rPr lang="en-IN" dirty="0"/>
              <a:t>Used for deploying AI models, prompt engineering, embeddings, and AI governance.</a:t>
            </a:r>
          </a:p>
          <a:p>
            <a:endParaRPr lang="en-IN" dirty="0"/>
          </a:p>
          <a:p>
            <a:r>
              <a:rPr lang="en-IN" dirty="0"/>
              <a:t>3. IBM Granite Model</a:t>
            </a:r>
          </a:p>
          <a:p>
            <a:r>
              <a:rPr lang="en-IN" dirty="0"/>
              <a:t>Granite-4.0-8B-Instruct model is used for interview question generation, answer evaluation, reasoning, and feedback generation.</a:t>
            </a:r>
          </a:p>
          <a:p>
            <a:endParaRPr lang="en-IN" dirty="0"/>
          </a:p>
          <a:p>
            <a:r>
              <a:rPr lang="en-IN" dirty="0"/>
              <a:t>4. Flask</a:t>
            </a:r>
          </a:p>
          <a:p>
            <a:r>
              <a:rPr lang="en-IN" dirty="0"/>
              <a:t>Python-based backend framework used to handle APIs, routing, and application logic.</a:t>
            </a:r>
          </a:p>
          <a:p>
            <a:endParaRPr lang="en-IN" dirty="0"/>
          </a:p>
          <a:p>
            <a:r>
              <a:rPr lang="en-IN" dirty="0"/>
              <a:t>5. HTML, CSS, JavaScript</a:t>
            </a:r>
          </a:p>
          <a:p>
            <a:r>
              <a:rPr lang="en-IN" dirty="0"/>
              <a:t>Used for developing the frontend user interface and improving user interaction.</a:t>
            </a:r>
          </a:p>
          <a:p>
            <a:endParaRPr lang="en-IN" dirty="0"/>
          </a:p>
          <a:p>
            <a:r>
              <a:rPr lang="en-IN" dirty="0"/>
              <a:t>6. SQLite Database</a:t>
            </a:r>
          </a:p>
          <a:p>
            <a:r>
              <a:rPr lang="en-IN" dirty="0"/>
              <a:t>Used to store user details, interview history, scores, and feedback.</a:t>
            </a:r>
          </a:p>
          <a:p>
            <a:endParaRPr lang="en-IN" dirty="0"/>
          </a:p>
          <a:p>
            <a:r>
              <a:rPr lang="en-IN" dirty="0"/>
              <a:t>7. RAG (Retrieval-Augmented Generation)</a:t>
            </a:r>
          </a:p>
          <a:p>
            <a:r>
              <a:rPr lang="en-IN" dirty="0"/>
              <a:t>Used to retrieve interview-related information and improve response accuracy.</a:t>
            </a:r>
          </a:p>
          <a:p>
            <a:endParaRPr lang="en-IN" dirty="0"/>
          </a:p>
          <a:p>
            <a:r>
              <a:rPr lang="en-IN" dirty="0"/>
              <a:t>8. Vector Database (FAISS/Chroma)</a:t>
            </a:r>
          </a:p>
          <a:p>
            <a:r>
              <a:rPr lang="en-IN" dirty="0"/>
              <a:t>Used for storing embeddings and fast retrieval of interview questions and knowledge.</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247317"/>
          </a:xfrm>
          <a:prstGeom prst="rect">
            <a:avLst/>
          </a:prstGeom>
          <a:noFill/>
        </p:spPr>
        <p:txBody>
          <a:bodyPr wrap="square" rtlCol="0">
            <a:spAutoFit/>
          </a:bodyPr>
          <a:lstStyle/>
          <a:p>
            <a:r>
              <a:rPr lang="en-IN" sz="1800" dirty="0"/>
              <a:t>• Personalized interview preparation</a:t>
            </a:r>
          </a:p>
          <a:p>
            <a:endParaRPr lang="en-IN" sz="1800" dirty="0"/>
          </a:p>
          <a:p>
            <a:r>
              <a:rPr lang="en-IN" sz="1800" dirty="0"/>
              <a:t>• AI-generated technical and HR questions</a:t>
            </a:r>
          </a:p>
          <a:p>
            <a:endParaRPr lang="en-IN" sz="1800" dirty="0"/>
          </a:p>
          <a:p>
            <a:r>
              <a:rPr lang="en-IN" sz="1800" dirty="0"/>
              <a:t>• Intelligent answer evaluation</a:t>
            </a:r>
          </a:p>
          <a:p>
            <a:endParaRPr lang="en-IN" sz="1800" dirty="0"/>
          </a:p>
          <a:p>
            <a:r>
              <a:rPr lang="en-IN" sz="1800" dirty="0"/>
              <a:t>• Real-time feedback system</a:t>
            </a:r>
          </a:p>
          <a:p>
            <a:endParaRPr lang="en-IN" sz="1800" dirty="0"/>
          </a:p>
          <a:p>
            <a:r>
              <a:rPr lang="en-IN" sz="1800" dirty="0"/>
              <a:t>• Multi-agent AI architecture</a:t>
            </a:r>
          </a:p>
          <a:p>
            <a:endParaRPr lang="en-IN" sz="1800" dirty="0"/>
          </a:p>
          <a:p>
            <a:r>
              <a:rPr lang="en-IN" sz="1800" dirty="0"/>
              <a:t>• Placement-focused solution</a:t>
            </a:r>
          </a:p>
          <a:p>
            <a:endParaRPr lang="en-IN" sz="1800" dirty="0"/>
          </a:p>
          <a:p>
            <a:r>
              <a:rPr lang="en-IN" sz="1800" dirty="0"/>
              <a:t>• Scalable and interactive platform</a:t>
            </a:r>
          </a:p>
          <a:p>
            <a:endParaRPr lang="en-IN" sz="1800" dirty="0"/>
          </a:p>
          <a:p>
            <a:r>
              <a:rPr lang="en-IN" sz="1800" dirty="0"/>
              <a:t>• Supports multiple job roles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GitHub Link:</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https://github.com/goli-malika/AI-Interview-Trainer-Agent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1. Voice-based mock interviews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 Resume analysis system</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3. AI confidence detection</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4. Emotion and speech analysis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5. Multilingual interview support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6. Coding round simulator</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7. Placement analytics dashboard</a:t>
            </a: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1208</TotalTime>
  <Words>782</Words>
  <Application>Microsoft Office PowerPoint</Application>
  <PresentationFormat>Widescreen</PresentationFormat>
  <Paragraphs>152</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Malika Goli</cp:lastModifiedBy>
  <cp:revision>21</cp:revision>
  <dcterms:created xsi:type="dcterms:W3CDTF">2025-07-08T05:06:56Z</dcterms:created>
  <dcterms:modified xsi:type="dcterms:W3CDTF">2026-05-22T06:08:21Z</dcterms:modified>
</cp:coreProperties>
</file>